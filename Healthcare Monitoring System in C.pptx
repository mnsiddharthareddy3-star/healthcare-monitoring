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" charset="1" panose="00000000000000000000"/>
      <p:regular r:id="rId20"/>
    </p:embeddedFont>
    <p:embeddedFont>
      <p:font typeface="Raleway Bold" charset="1" panose="00000000000000000000"/>
      <p:regular r:id="rId21"/>
    </p:embeddedFont>
    <p:embeddedFont>
      <p:font typeface="Open Sans Medium" charset="1" panose="00000000000000000000"/>
      <p:regular r:id="rId22"/>
    </p:embeddedFont>
    <p:embeddedFont>
      <p:font typeface="Open Sans" charset="1" panose="00000000000000000000"/>
      <p:regular r:id="rId23"/>
    </p:embeddedFont>
    <p:embeddedFont>
      <p:font typeface="Open Sans Bold" charset="1" panose="00000000000000000000"/>
      <p:regular r:id="rId24"/>
    </p:embeddedFont>
    <p:embeddedFont>
      <p:font typeface="Open Sans Semi-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13.jpe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13.jpe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13.jpe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49180" y="1475295"/>
            <a:ext cx="10558209" cy="1055820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01000" y="1028700"/>
            <a:ext cx="556533" cy="554509"/>
          </a:xfrm>
          <a:custGeom>
            <a:avLst/>
            <a:gdLst/>
            <a:ahLst/>
            <a:cxnLst/>
            <a:rect r="r" b="b" t="t" l="l"/>
            <a:pathLst>
              <a:path h="554509" w="556533">
                <a:moveTo>
                  <a:pt x="0" y="0"/>
                </a:moveTo>
                <a:lnTo>
                  <a:pt x="556533" y="0"/>
                </a:lnTo>
                <a:lnTo>
                  <a:pt x="556533" y="554509"/>
                </a:lnTo>
                <a:lnTo>
                  <a:pt x="0" y="554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75210" y="6679262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6"/>
                </a:lnTo>
                <a:lnTo>
                  <a:pt x="0" y="1031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4725" y="2705062"/>
            <a:ext cx="697580" cy="697580"/>
          </a:xfrm>
          <a:custGeom>
            <a:avLst/>
            <a:gdLst/>
            <a:ahLst/>
            <a:cxnLst/>
            <a:rect r="r" b="b" t="t" l="l"/>
            <a:pathLst>
              <a:path h="697580" w="697580">
                <a:moveTo>
                  <a:pt x="0" y="0"/>
                </a:moveTo>
                <a:lnTo>
                  <a:pt x="697581" y="0"/>
                </a:lnTo>
                <a:lnTo>
                  <a:pt x="697581" y="697581"/>
                </a:lnTo>
                <a:lnTo>
                  <a:pt x="0" y="6975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89034" y="7455855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51016" y="2600287"/>
            <a:ext cx="6803463" cy="89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5"/>
              </a:lnSpc>
            </a:pPr>
            <a:r>
              <a:rPr lang="en-US" sz="519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Healthcare Monitoring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51016" y="3532358"/>
            <a:ext cx="7751290" cy="187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77"/>
              </a:lnSpc>
            </a:pPr>
            <a:r>
              <a:rPr lang="en-US" b="true" sz="10983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System in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48728" y="7150732"/>
            <a:ext cx="3209576" cy="47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69"/>
              </a:lnSpc>
              <a:spcBef>
                <a:spcPct val="0"/>
              </a:spcBef>
            </a:pPr>
            <a:r>
              <a:rPr lang="en-US" b="true" sz="2835" u="sng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Presented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22030" y="7662773"/>
            <a:ext cx="3209576" cy="100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91"/>
              </a:lnSpc>
            </a:pPr>
            <a:r>
              <a:rPr lang="en-US" sz="29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M.N.SIDDHARTHA</a:t>
            </a:r>
          </a:p>
          <a:p>
            <a:pPr algn="r" marL="0" indent="0" lvl="0">
              <a:lnSpc>
                <a:spcPts val="4091"/>
              </a:lnSpc>
              <a:spcBef>
                <a:spcPct val="0"/>
              </a:spcBef>
            </a:pPr>
            <a:r>
              <a:rPr lang="en-US" sz="29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J.MUKESH KUMAR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48134" y="8753409"/>
            <a:ext cx="3996156" cy="3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9"/>
              </a:lnSpc>
              <a:spcBef>
                <a:spcPct val="0"/>
              </a:spcBef>
            </a:pPr>
            <a:r>
              <a:rPr lang="en-US" b="true" sz="1935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www.healthcaresystem.com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7533" y="1052954"/>
            <a:ext cx="3301767" cy="3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09"/>
              </a:lnSpc>
              <a:spcBef>
                <a:spcPct val="0"/>
              </a:spcBef>
            </a:pPr>
            <a:r>
              <a:rPr lang="en-US" b="true" sz="1935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Healthcare Technology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47094" y="6256920"/>
            <a:ext cx="7007419" cy="87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  <a:spcBef>
                <a:spcPct val="0"/>
              </a:spcBef>
            </a:pPr>
            <a:r>
              <a:rPr lang="en-US" b="true" sz="25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Menu-Driven Application for Patient Records &amp; Health Monitoring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328322" y="523000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8"/>
                </a:lnTo>
                <a:lnTo>
                  <a:pt x="0" y="1155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432736"/>
            <a:ext cx="3005997" cy="1057403"/>
            <a:chOff x="0" y="0"/>
            <a:chExt cx="791703" cy="278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703" cy="278493"/>
            </a:xfrm>
            <a:custGeom>
              <a:avLst/>
              <a:gdLst/>
              <a:ahLst/>
              <a:cxnLst/>
              <a:rect r="r" b="b" t="t" l="l"/>
              <a:pathLst>
                <a:path h="278493" w="791703">
                  <a:moveTo>
                    <a:pt x="131350" y="0"/>
                  </a:moveTo>
                  <a:lnTo>
                    <a:pt x="660353" y="0"/>
                  </a:lnTo>
                  <a:cubicBezTo>
                    <a:pt x="732896" y="0"/>
                    <a:pt x="791703" y="58807"/>
                    <a:pt x="791703" y="131350"/>
                  </a:cubicBezTo>
                  <a:lnTo>
                    <a:pt x="791703" y="147143"/>
                  </a:lnTo>
                  <a:cubicBezTo>
                    <a:pt x="791703" y="181979"/>
                    <a:pt x="777864" y="215388"/>
                    <a:pt x="753231" y="240021"/>
                  </a:cubicBezTo>
                  <a:cubicBezTo>
                    <a:pt x="728598" y="264654"/>
                    <a:pt x="695189" y="278493"/>
                    <a:pt x="660353" y="278493"/>
                  </a:cubicBezTo>
                  <a:lnTo>
                    <a:pt x="131350" y="278493"/>
                  </a:lnTo>
                  <a:cubicBezTo>
                    <a:pt x="96514" y="278493"/>
                    <a:pt x="63104" y="264654"/>
                    <a:pt x="38472" y="240021"/>
                  </a:cubicBezTo>
                  <a:cubicBezTo>
                    <a:pt x="13839" y="215388"/>
                    <a:pt x="0" y="181979"/>
                    <a:pt x="0" y="147143"/>
                  </a:cubicBezTo>
                  <a:lnTo>
                    <a:pt x="0" y="131350"/>
                  </a:lnTo>
                  <a:cubicBezTo>
                    <a:pt x="0" y="58807"/>
                    <a:pt x="58807" y="0"/>
                    <a:pt x="131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91703" cy="32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130790"/>
            <a:ext cx="3005997" cy="1057403"/>
            <a:chOff x="0" y="0"/>
            <a:chExt cx="791703" cy="278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1703" cy="278493"/>
            </a:xfrm>
            <a:custGeom>
              <a:avLst/>
              <a:gdLst/>
              <a:ahLst/>
              <a:cxnLst/>
              <a:rect r="r" b="b" t="t" l="l"/>
              <a:pathLst>
                <a:path h="278493" w="791703">
                  <a:moveTo>
                    <a:pt x="131350" y="0"/>
                  </a:moveTo>
                  <a:lnTo>
                    <a:pt x="660353" y="0"/>
                  </a:lnTo>
                  <a:cubicBezTo>
                    <a:pt x="732896" y="0"/>
                    <a:pt x="791703" y="58807"/>
                    <a:pt x="791703" y="131350"/>
                  </a:cubicBezTo>
                  <a:lnTo>
                    <a:pt x="791703" y="147143"/>
                  </a:lnTo>
                  <a:cubicBezTo>
                    <a:pt x="791703" y="181979"/>
                    <a:pt x="777864" y="215388"/>
                    <a:pt x="753231" y="240021"/>
                  </a:cubicBezTo>
                  <a:cubicBezTo>
                    <a:pt x="728598" y="264654"/>
                    <a:pt x="695189" y="278493"/>
                    <a:pt x="660353" y="278493"/>
                  </a:cubicBezTo>
                  <a:lnTo>
                    <a:pt x="131350" y="278493"/>
                  </a:lnTo>
                  <a:cubicBezTo>
                    <a:pt x="96514" y="278493"/>
                    <a:pt x="63104" y="264654"/>
                    <a:pt x="38472" y="240021"/>
                  </a:cubicBezTo>
                  <a:cubicBezTo>
                    <a:pt x="13839" y="215388"/>
                    <a:pt x="0" y="181979"/>
                    <a:pt x="0" y="147143"/>
                  </a:cubicBezTo>
                  <a:lnTo>
                    <a:pt x="0" y="131350"/>
                  </a:lnTo>
                  <a:cubicBezTo>
                    <a:pt x="0" y="58807"/>
                    <a:pt x="58807" y="0"/>
                    <a:pt x="131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91703" cy="32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3412" y="2952883"/>
            <a:ext cx="3834908" cy="6305417"/>
            <a:chOff x="0" y="0"/>
            <a:chExt cx="594128" cy="976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128" cy="976874"/>
            </a:xfrm>
            <a:custGeom>
              <a:avLst/>
              <a:gdLst/>
              <a:ahLst/>
              <a:cxnLst/>
              <a:rect r="r" b="b" t="t" l="l"/>
              <a:pathLst>
                <a:path h="976874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930442"/>
                  </a:lnTo>
                  <a:cubicBezTo>
                    <a:pt x="594128" y="942756"/>
                    <a:pt x="589236" y="954567"/>
                    <a:pt x="580528" y="963274"/>
                  </a:cubicBezTo>
                  <a:cubicBezTo>
                    <a:pt x="571820" y="971982"/>
                    <a:pt x="560010" y="976874"/>
                    <a:pt x="547695" y="976874"/>
                  </a:cubicBezTo>
                  <a:lnTo>
                    <a:pt x="46432" y="976874"/>
                  </a:lnTo>
                  <a:cubicBezTo>
                    <a:pt x="34118" y="976874"/>
                    <a:pt x="22308" y="971982"/>
                    <a:pt x="13600" y="963274"/>
                  </a:cubicBezTo>
                  <a:cubicBezTo>
                    <a:pt x="4892" y="954567"/>
                    <a:pt x="0" y="942756"/>
                    <a:pt x="0" y="930442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350" r="0" b="-3350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66775"/>
            <a:ext cx="7878499" cy="130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5"/>
              </a:lnSpc>
            </a:pPr>
            <a:r>
              <a:rPr lang="en-US" b="true" sz="753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17541"/>
            <a:ext cx="6707385" cy="61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 program designed to manage patient records and monitor vital health signs through a simple menu-driven interface.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416793"/>
            <a:ext cx="6707385" cy="61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healthcare providers efficiently track temperature, heart rate, and blood pressure for better patient care.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5158" y="4524858"/>
            <a:ext cx="2312195" cy="44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b="true" sz="2588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What It 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5158" y="7222912"/>
            <a:ext cx="2312195" cy="44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b="true" sz="2588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Why It Matters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41434" y="7608255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75833" y="63240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7"/>
                </a:lnTo>
                <a:lnTo>
                  <a:pt x="0" y="11551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84090" y="2830099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71890" y="3340144"/>
            <a:ext cx="5926068" cy="1047155"/>
            <a:chOff x="0" y="0"/>
            <a:chExt cx="1560775" cy="27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80966" y="5143500"/>
            <a:ext cx="5926068" cy="1047155"/>
            <a:chOff x="0" y="0"/>
            <a:chExt cx="1560775" cy="27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0374" y="7190780"/>
            <a:ext cx="8828973" cy="1047155"/>
            <a:chOff x="0" y="0"/>
            <a:chExt cx="2325326" cy="275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5326" cy="275794"/>
            </a:xfrm>
            <a:custGeom>
              <a:avLst/>
              <a:gdLst/>
              <a:ahLst/>
              <a:cxnLst/>
              <a:rect r="r" b="b" t="t" l="l"/>
              <a:pathLst>
                <a:path h="275794" w="2325326">
                  <a:moveTo>
                    <a:pt x="44721" y="0"/>
                  </a:moveTo>
                  <a:lnTo>
                    <a:pt x="2280606" y="0"/>
                  </a:lnTo>
                  <a:cubicBezTo>
                    <a:pt x="2292466" y="0"/>
                    <a:pt x="2303841" y="4712"/>
                    <a:pt x="2312228" y="13098"/>
                  </a:cubicBezTo>
                  <a:cubicBezTo>
                    <a:pt x="2320615" y="21485"/>
                    <a:pt x="2325326" y="32860"/>
                    <a:pt x="2325326" y="44721"/>
                  </a:cubicBezTo>
                  <a:lnTo>
                    <a:pt x="2325326" y="231073"/>
                  </a:lnTo>
                  <a:cubicBezTo>
                    <a:pt x="2325326" y="255772"/>
                    <a:pt x="2305304" y="275794"/>
                    <a:pt x="2280606" y="275794"/>
                  </a:cubicBezTo>
                  <a:lnTo>
                    <a:pt x="44721" y="275794"/>
                  </a:lnTo>
                  <a:cubicBezTo>
                    <a:pt x="20022" y="275794"/>
                    <a:pt x="0" y="255772"/>
                    <a:pt x="0" y="231073"/>
                  </a:cubicBezTo>
                  <a:lnTo>
                    <a:pt x="0" y="44721"/>
                  </a:lnTo>
                  <a:cubicBezTo>
                    <a:pt x="0" y="20022"/>
                    <a:pt x="20022" y="0"/>
                    <a:pt x="447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5326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380746" y="3340144"/>
            <a:ext cx="8971162" cy="89711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8698" t="0" r="-41165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366584" y="3480353"/>
            <a:ext cx="5226786" cy="42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7"/>
              </a:lnSpc>
            </a:pPr>
            <a:r>
              <a:rPr lang="en-US" b="true" sz="242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Efficient patient data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5659" y="5283708"/>
            <a:ext cx="5226786" cy="42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7"/>
              </a:lnSpc>
            </a:pPr>
            <a:r>
              <a:rPr lang="en-US" b="true" sz="242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Monitor basic health parameters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5067" y="7330988"/>
            <a:ext cx="8045005" cy="42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7"/>
              </a:lnSpc>
            </a:pPr>
            <a:r>
              <a:rPr lang="en-US" b="true" sz="242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User-friendly menu &amp; core C concepts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32876"/>
            <a:ext cx="7635144" cy="116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b="true" sz="685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Objectives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036682" y="815154"/>
            <a:ext cx="715355" cy="716870"/>
          </a:xfrm>
          <a:custGeom>
            <a:avLst/>
            <a:gdLst/>
            <a:ahLst/>
            <a:cxnLst/>
            <a:rect r="r" b="b" t="t" l="l"/>
            <a:pathLst>
              <a:path h="716870" w="715355">
                <a:moveTo>
                  <a:pt x="0" y="0"/>
                </a:moveTo>
                <a:lnTo>
                  <a:pt x="715354" y="0"/>
                </a:lnTo>
                <a:lnTo>
                  <a:pt x="715354" y="716870"/>
                </a:lnTo>
                <a:lnTo>
                  <a:pt x="0" y="716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971" y="2055501"/>
            <a:ext cx="728093" cy="1031137"/>
          </a:xfrm>
          <a:custGeom>
            <a:avLst/>
            <a:gdLst/>
            <a:ahLst/>
            <a:cxnLst/>
            <a:rect r="r" b="b" t="t" l="l"/>
            <a:pathLst>
              <a:path h="1031137" w="728093">
                <a:moveTo>
                  <a:pt x="0" y="0"/>
                </a:moveTo>
                <a:lnTo>
                  <a:pt x="728093" y="0"/>
                </a:lnTo>
                <a:lnTo>
                  <a:pt x="728093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39933"/>
            <a:ext cx="3834908" cy="4607133"/>
            <a:chOff x="0" y="0"/>
            <a:chExt cx="594128" cy="713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162550" y="2839933"/>
            <a:ext cx="3834908" cy="4607133"/>
            <a:chOff x="0" y="0"/>
            <a:chExt cx="594128" cy="713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2733" y="2839933"/>
            <a:ext cx="3834908" cy="4607133"/>
            <a:chOff x="0" y="0"/>
            <a:chExt cx="594128" cy="713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424392" y="2736343"/>
            <a:ext cx="3834908" cy="4607133"/>
            <a:chOff x="0" y="0"/>
            <a:chExt cx="594128" cy="713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70641" y="2078284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59" y="0"/>
                </a:lnTo>
                <a:lnTo>
                  <a:pt x="658059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50974" y="8929270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60"/>
                </a:lnTo>
                <a:lnTo>
                  <a:pt x="0" y="658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24392" y="63240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7"/>
                </a:lnTo>
                <a:lnTo>
                  <a:pt x="0" y="11551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5210" y="8955324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62550" y="828675"/>
            <a:ext cx="796290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</a:pPr>
            <a:r>
              <a:rPr lang="en-US" b="true" sz="9999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Key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694717"/>
            <a:ext cx="38349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Add Patient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2550" y="7694717"/>
            <a:ext cx="38349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Display Patients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2733" y="7694717"/>
            <a:ext cx="38349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Search Patient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24392" y="7694717"/>
            <a:ext cx="38349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Update &amp; Health Check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3460" y="3007049"/>
            <a:ext cx="4647024" cy="4607133"/>
            <a:chOff x="0" y="0"/>
            <a:chExt cx="719946" cy="713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20488" y="3007049"/>
            <a:ext cx="4647024" cy="4607133"/>
            <a:chOff x="0" y="0"/>
            <a:chExt cx="719946" cy="713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210462" y="3007049"/>
            <a:ext cx="4647024" cy="4607133"/>
            <a:chOff x="0" y="0"/>
            <a:chExt cx="719946" cy="713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70641" y="2078284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59" y="0"/>
                </a:lnTo>
                <a:lnTo>
                  <a:pt x="658059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50974" y="8929270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60"/>
                </a:lnTo>
                <a:lnTo>
                  <a:pt x="0" y="658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59300" y="45112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8"/>
                </a:lnTo>
                <a:lnTo>
                  <a:pt x="0" y="1155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75210" y="8955324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3460" y="1209675"/>
            <a:ext cx="15718547" cy="104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84"/>
              </a:lnSpc>
            </a:pPr>
            <a:r>
              <a:rPr lang="en-US" b="true" sz="8108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System Design – Data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6716" y="8042807"/>
            <a:ext cx="4240511" cy="120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struct Patient with fields: id, name, age, temp, heartRate, BP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92657" y="8104292"/>
            <a:ext cx="4007175" cy="79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Data stored in array of Patient structures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5262" y="8042807"/>
            <a:ext cx="4037424" cy="79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Maximum patient limit predefined in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7286" y="1190625"/>
            <a:ext cx="9033428" cy="135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2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4099" y="3226787"/>
            <a:ext cx="3834908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Menu-Driven Operation: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4099" y="3948112"/>
            <a:ext cx="1571328" cy="1047155"/>
            <a:chOff x="0" y="0"/>
            <a:chExt cx="413848" cy="27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3848" cy="275794"/>
            </a:xfrm>
            <a:custGeom>
              <a:avLst/>
              <a:gdLst/>
              <a:ahLst/>
              <a:cxnLst/>
              <a:rect r="r" b="b" t="t" l="l"/>
              <a:pathLst>
                <a:path h="275794" w="413848">
                  <a:moveTo>
                    <a:pt x="137897" y="0"/>
                  </a:moveTo>
                  <a:lnTo>
                    <a:pt x="275951" y="0"/>
                  </a:lnTo>
                  <a:cubicBezTo>
                    <a:pt x="312523" y="0"/>
                    <a:pt x="347598" y="14528"/>
                    <a:pt x="373459" y="40389"/>
                  </a:cubicBezTo>
                  <a:cubicBezTo>
                    <a:pt x="399319" y="66250"/>
                    <a:pt x="413848" y="101324"/>
                    <a:pt x="413848" y="137897"/>
                  </a:cubicBezTo>
                  <a:lnTo>
                    <a:pt x="413848" y="137897"/>
                  </a:lnTo>
                  <a:cubicBezTo>
                    <a:pt x="413848" y="214055"/>
                    <a:pt x="352109" y="275794"/>
                    <a:pt x="275951" y="275794"/>
                  </a:cubicBezTo>
                  <a:lnTo>
                    <a:pt x="137897" y="275794"/>
                  </a:lnTo>
                  <a:cubicBezTo>
                    <a:pt x="61739" y="275794"/>
                    <a:pt x="0" y="214055"/>
                    <a:pt x="0" y="137897"/>
                  </a:cubicBezTo>
                  <a:lnTo>
                    <a:pt x="0" y="137897"/>
                  </a:lnTo>
                  <a:cubicBezTo>
                    <a:pt x="0" y="61739"/>
                    <a:pt x="61739" y="0"/>
                    <a:pt x="1378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3848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4099" y="6107725"/>
            <a:ext cx="1571328" cy="1047155"/>
            <a:chOff x="0" y="0"/>
            <a:chExt cx="413848" cy="27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3848" cy="275794"/>
            </a:xfrm>
            <a:custGeom>
              <a:avLst/>
              <a:gdLst/>
              <a:ahLst/>
              <a:cxnLst/>
              <a:rect r="r" b="b" t="t" l="l"/>
              <a:pathLst>
                <a:path h="275794" w="413848">
                  <a:moveTo>
                    <a:pt x="137897" y="0"/>
                  </a:moveTo>
                  <a:lnTo>
                    <a:pt x="275951" y="0"/>
                  </a:lnTo>
                  <a:cubicBezTo>
                    <a:pt x="312523" y="0"/>
                    <a:pt x="347598" y="14528"/>
                    <a:pt x="373459" y="40389"/>
                  </a:cubicBezTo>
                  <a:cubicBezTo>
                    <a:pt x="399319" y="66250"/>
                    <a:pt x="413848" y="101324"/>
                    <a:pt x="413848" y="137897"/>
                  </a:cubicBezTo>
                  <a:lnTo>
                    <a:pt x="413848" y="137897"/>
                  </a:lnTo>
                  <a:cubicBezTo>
                    <a:pt x="413848" y="214055"/>
                    <a:pt x="352109" y="275794"/>
                    <a:pt x="275951" y="275794"/>
                  </a:cubicBezTo>
                  <a:lnTo>
                    <a:pt x="137897" y="275794"/>
                  </a:lnTo>
                  <a:cubicBezTo>
                    <a:pt x="61739" y="275794"/>
                    <a:pt x="0" y="214055"/>
                    <a:pt x="0" y="137897"/>
                  </a:cubicBezTo>
                  <a:lnTo>
                    <a:pt x="0" y="137897"/>
                  </a:lnTo>
                  <a:cubicBezTo>
                    <a:pt x="0" y="61739"/>
                    <a:pt x="61739" y="0"/>
                    <a:pt x="1378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13848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4099" y="7497779"/>
            <a:ext cx="1571328" cy="1047155"/>
            <a:chOff x="0" y="0"/>
            <a:chExt cx="413848" cy="275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48" cy="275794"/>
            </a:xfrm>
            <a:custGeom>
              <a:avLst/>
              <a:gdLst/>
              <a:ahLst/>
              <a:cxnLst/>
              <a:rect r="r" b="b" t="t" l="l"/>
              <a:pathLst>
                <a:path h="275794" w="413848">
                  <a:moveTo>
                    <a:pt x="137897" y="0"/>
                  </a:moveTo>
                  <a:lnTo>
                    <a:pt x="275951" y="0"/>
                  </a:lnTo>
                  <a:cubicBezTo>
                    <a:pt x="312523" y="0"/>
                    <a:pt x="347598" y="14528"/>
                    <a:pt x="373459" y="40389"/>
                  </a:cubicBezTo>
                  <a:cubicBezTo>
                    <a:pt x="399319" y="66250"/>
                    <a:pt x="413848" y="101324"/>
                    <a:pt x="413848" y="137897"/>
                  </a:cubicBezTo>
                  <a:lnTo>
                    <a:pt x="413848" y="137897"/>
                  </a:lnTo>
                  <a:cubicBezTo>
                    <a:pt x="413848" y="214055"/>
                    <a:pt x="352109" y="275794"/>
                    <a:pt x="275951" y="275794"/>
                  </a:cubicBezTo>
                  <a:lnTo>
                    <a:pt x="137897" y="275794"/>
                  </a:lnTo>
                  <a:cubicBezTo>
                    <a:pt x="61739" y="275794"/>
                    <a:pt x="0" y="214055"/>
                    <a:pt x="0" y="137897"/>
                  </a:cubicBezTo>
                  <a:lnTo>
                    <a:pt x="0" y="137897"/>
                  </a:lnTo>
                  <a:cubicBezTo>
                    <a:pt x="0" y="61739"/>
                    <a:pt x="61739" y="0"/>
                    <a:pt x="1378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13848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3053" y="3987485"/>
            <a:ext cx="1053419" cy="86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3053" y="6147098"/>
            <a:ext cx="1053419" cy="86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3053" y="7537152"/>
            <a:ext cx="1053419" cy="86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8085" y="4246231"/>
            <a:ext cx="2778571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Display Menu: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8085" y="6405844"/>
            <a:ext cx="7843204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Execute Function: Run add/display/search/update/check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8085" y="7795898"/>
            <a:ext cx="8390731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Loop Control: Menu repeats until user selects exit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065426" y="5036632"/>
            <a:ext cx="2500594" cy="766293"/>
            <a:chOff x="0" y="0"/>
            <a:chExt cx="658593" cy="2018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593" cy="201822"/>
            </a:xfrm>
            <a:custGeom>
              <a:avLst/>
              <a:gdLst/>
              <a:ahLst/>
              <a:cxnLst/>
              <a:rect r="r" b="b" t="t" l="l"/>
              <a:pathLst>
                <a:path h="201822" w="658593">
                  <a:moveTo>
                    <a:pt x="100911" y="0"/>
                  </a:moveTo>
                  <a:lnTo>
                    <a:pt x="557682" y="0"/>
                  </a:lnTo>
                  <a:cubicBezTo>
                    <a:pt x="613413" y="0"/>
                    <a:pt x="658593" y="45179"/>
                    <a:pt x="658593" y="100911"/>
                  </a:cubicBezTo>
                  <a:lnTo>
                    <a:pt x="658593" y="100911"/>
                  </a:lnTo>
                  <a:cubicBezTo>
                    <a:pt x="658593" y="127674"/>
                    <a:pt x="647961" y="153341"/>
                    <a:pt x="629037" y="172266"/>
                  </a:cubicBezTo>
                  <a:cubicBezTo>
                    <a:pt x="610112" y="191190"/>
                    <a:pt x="584445" y="201822"/>
                    <a:pt x="557682" y="201822"/>
                  </a:cubicBezTo>
                  <a:lnTo>
                    <a:pt x="100911" y="201822"/>
                  </a:lnTo>
                  <a:cubicBezTo>
                    <a:pt x="45179" y="201822"/>
                    <a:pt x="0" y="156643"/>
                    <a:pt x="0" y="100911"/>
                  </a:cubicBezTo>
                  <a:lnTo>
                    <a:pt x="0" y="100911"/>
                  </a:lnTo>
                  <a:cubicBezTo>
                    <a:pt x="0" y="45179"/>
                    <a:pt x="45179" y="0"/>
                    <a:pt x="1009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8593" cy="24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0392" y="4995266"/>
            <a:ext cx="2500594" cy="766293"/>
            <a:chOff x="0" y="0"/>
            <a:chExt cx="658593" cy="2018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593" cy="201822"/>
            </a:xfrm>
            <a:custGeom>
              <a:avLst/>
              <a:gdLst/>
              <a:ahLst/>
              <a:cxnLst/>
              <a:rect r="r" b="b" t="t" l="l"/>
              <a:pathLst>
                <a:path h="201822" w="658593">
                  <a:moveTo>
                    <a:pt x="100911" y="0"/>
                  </a:moveTo>
                  <a:lnTo>
                    <a:pt x="557682" y="0"/>
                  </a:lnTo>
                  <a:cubicBezTo>
                    <a:pt x="613413" y="0"/>
                    <a:pt x="658593" y="45179"/>
                    <a:pt x="658593" y="100911"/>
                  </a:cubicBezTo>
                  <a:lnTo>
                    <a:pt x="658593" y="100911"/>
                  </a:lnTo>
                  <a:cubicBezTo>
                    <a:pt x="658593" y="127674"/>
                    <a:pt x="647961" y="153341"/>
                    <a:pt x="629037" y="172266"/>
                  </a:cubicBezTo>
                  <a:cubicBezTo>
                    <a:pt x="610112" y="191190"/>
                    <a:pt x="584445" y="201822"/>
                    <a:pt x="557682" y="201822"/>
                  </a:cubicBezTo>
                  <a:lnTo>
                    <a:pt x="100911" y="201822"/>
                  </a:lnTo>
                  <a:cubicBezTo>
                    <a:pt x="45179" y="201822"/>
                    <a:pt x="0" y="156643"/>
                    <a:pt x="0" y="100911"/>
                  </a:cubicBezTo>
                  <a:lnTo>
                    <a:pt x="0" y="100911"/>
                  </a:lnTo>
                  <a:cubicBezTo>
                    <a:pt x="0" y="45179"/>
                    <a:pt x="45179" y="0"/>
                    <a:pt x="1009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58593" cy="24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35357" y="4995266"/>
            <a:ext cx="2500594" cy="766293"/>
            <a:chOff x="0" y="0"/>
            <a:chExt cx="658593" cy="2018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593" cy="201822"/>
            </a:xfrm>
            <a:custGeom>
              <a:avLst/>
              <a:gdLst/>
              <a:ahLst/>
              <a:cxnLst/>
              <a:rect r="r" b="b" t="t" l="l"/>
              <a:pathLst>
                <a:path h="201822" w="658593">
                  <a:moveTo>
                    <a:pt x="100911" y="0"/>
                  </a:moveTo>
                  <a:lnTo>
                    <a:pt x="557682" y="0"/>
                  </a:lnTo>
                  <a:cubicBezTo>
                    <a:pt x="613413" y="0"/>
                    <a:pt x="658593" y="45179"/>
                    <a:pt x="658593" y="100911"/>
                  </a:cubicBezTo>
                  <a:lnTo>
                    <a:pt x="658593" y="100911"/>
                  </a:lnTo>
                  <a:cubicBezTo>
                    <a:pt x="658593" y="127674"/>
                    <a:pt x="647961" y="153341"/>
                    <a:pt x="629037" y="172266"/>
                  </a:cubicBezTo>
                  <a:cubicBezTo>
                    <a:pt x="610112" y="191190"/>
                    <a:pt x="584445" y="201822"/>
                    <a:pt x="557682" y="201822"/>
                  </a:cubicBezTo>
                  <a:lnTo>
                    <a:pt x="100911" y="201822"/>
                  </a:lnTo>
                  <a:cubicBezTo>
                    <a:pt x="45179" y="201822"/>
                    <a:pt x="0" y="156643"/>
                    <a:pt x="0" y="100911"/>
                  </a:cubicBezTo>
                  <a:lnTo>
                    <a:pt x="0" y="100911"/>
                  </a:lnTo>
                  <a:cubicBezTo>
                    <a:pt x="0" y="45179"/>
                    <a:pt x="45179" y="0"/>
                    <a:pt x="1009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58593" cy="24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70322" y="4995266"/>
            <a:ext cx="2500594" cy="766293"/>
            <a:chOff x="0" y="0"/>
            <a:chExt cx="658593" cy="2018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593" cy="201822"/>
            </a:xfrm>
            <a:custGeom>
              <a:avLst/>
              <a:gdLst/>
              <a:ahLst/>
              <a:cxnLst/>
              <a:rect r="r" b="b" t="t" l="l"/>
              <a:pathLst>
                <a:path h="201822" w="658593">
                  <a:moveTo>
                    <a:pt x="100911" y="0"/>
                  </a:moveTo>
                  <a:lnTo>
                    <a:pt x="557682" y="0"/>
                  </a:lnTo>
                  <a:cubicBezTo>
                    <a:pt x="613413" y="0"/>
                    <a:pt x="658593" y="45179"/>
                    <a:pt x="658593" y="100911"/>
                  </a:cubicBezTo>
                  <a:lnTo>
                    <a:pt x="658593" y="100911"/>
                  </a:lnTo>
                  <a:cubicBezTo>
                    <a:pt x="658593" y="127674"/>
                    <a:pt x="647961" y="153341"/>
                    <a:pt x="629037" y="172266"/>
                  </a:cubicBezTo>
                  <a:cubicBezTo>
                    <a:pt x="610112" y="191190"/>
                    <a:pt x="584445" y="201822"/>
                    <a:pt x="557682" y="201822"/>
                  </a:cubicBezTo>
                  <a:lnTo>
                    <a:pt x="100911" y="201822"/>
                  </a:lnTo>
                  <a:cubicBezTo>
                    <a:pt x="45179" y="201822"/>
                    <a:pt x="0" y="156643"/>
                    <a:pt x="0" y="100911"/>
                  </a:cubicBezTo>
                  <a:lnTo>
                    <a:pt x="0" y="100911"/>
                  </a:lnTo>
                  <a:cubicBezTo>
                    <a:pt x="0" y="45179"/>
                    <a:pt x="45179" y="0"/>
                    <a:pt x="1009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58593" cy="24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247469" y="5197586"/>
            <a:ext cx="2105809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Show Options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82434" y="5156220"/>
            <a:ext cx="2105809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Get Input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7399" y="5156220"/>
            <a:ext cx="2105809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Run Function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52364" y="5156220"/>
            <a:ext cx="2105809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Repeat/Exit</a:t>
            </a:r>
          </a:p>
        </p:txBody>
      </p:sp>
      <p:sp>
        <p:nvSpPr>
          <p:cNvPr name="AutoShape 35" id="35"/>
          <p:cNvSpPr/>
          <p:nvPr/>
        </p:nvSpPr>
        <p:spPr>
          <a:xfrm>
            <a:off x="5689846" y="5403994"/>
            <a:ext cx="486721" cy="0"/>
          </a:xfrm>
          <a:prstGeom prst="line">
            <a:avLst/>
          </a:prstGeom>
          <a:ln cap="flat" w="38100">
            <a:gradFill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8924811" y="5384944"/>
            <a:ext cx="486721" cy="0"/>
          </a:xfrm>
          <a:prstGeom prst="line">
            <a:avLst/>
          </a:prstGeom>
          <a:ln cap="flat" w="38100">
            <a:gradFill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12159776" y="5384944"/>
            <a:ext cx="486721" cy="0"/>
          </a:xfrm>
          <a:prstGeom prst="line">
            <a:avLst/>
          </a:prstGeom>
          <a:ln cap="flat" w="38100">
            <a:gradFill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415505" y="5284767"/>
            <a:ext cx="581307" cy="630998"/>
          </a:xfrm>
          <a:custGeom>
            <a:avLst/>
            <a:gdLst/>
            <a:ahLst/>
            <a:cxnLst/>
            <a:rect r="r" b="b" t="t" l="l"/>
            <a:pathLst>
              <a:path h="630998" w="581307">
                <a:moveTo>
                  <a:pt x="0" y="0"/>
                </a:moveTo>
                <a:lnTo>
                  <a:pt x="581307" y="0"/>
                </a:lnTo>
                <a:lnTo>
                  <a:pt x="581307" y="630998"/>
                </a:lnTo>
                <a:lnTo>
                  <a:pt x="0" y="63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499255" y="1883551"/>
            <a:ext cx="584212" cy="660536"/>
          </a:xfrm>
          <a:custGeom>
            <a:avLst/>
            <a:gdLst/>
            <a:ahLst/>
            <a:cxnLst/>
            <a:rect r="r" b="b" t="t" l="l"/>
            <a:pathLst>
              <a:path h="660536" w="584212">
                <a:moveTo>
                  <a:pt x="0" y="0"/>
                </a:moveTo>
                <a:lnTo>
                  <a:pt x="584212" y="0"/>
                </a:lnTo>
                <a:lnTo>
                  <a:pt x="584212" y="660536"/>
                </a:lnTo>
                <a:lnTo>
                  <a:pt x="0" y="66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863554" y="6462221"/>
            <a:ext cx="1154395" cy="1308887"/>
          </a:xfrm>
          <a:custGeom>
            <a:avLst/>
            <a:gdLst/>
            <a:ahLst/>
            <a:cxnLst/>
            <a:rect r="r" b="b" t="t" l="l"/>
            <a:pathLst>
              <a:path h="1308887" w="1154395">
                <a:moveTo>
                  <a:pt x="0" y="0"/>
                </a:moveTo>
                <a:lnTo>
                  <a:pt x="1154395" y="0"/>
                </a:lnTo>
                <a:lnTo>
                  <a:pt x="1154395" y="1308886"/>
                </a:lnTo>
                <a:lnTo>
                  <a:pt x="0" y="13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160725" y="690393"/>
            <a:ext cx="1109667" cy="1074990"/>
          </a:xfrm>
          <a:custGeom>
            <a:avLst/>
            <a:gdLst/>
            <a:ahLst/>
            <a:cxnLst/>
            <a:rect r="r" b="b" t="t" l="l"/>
            <a:pathLst>
              <a:path h="1074990" w="1109667">
                <a:moveTo>
                  <a:pt x="0" y="0"/>
                </a:moveTo>
                <a:lnTo>
                  <a:pt x="1109667" y="0"/>
                </a:lnTo>
                <a:lnTo>
                  <a:pt x="1109667" y="1074990"/>
                </a:lnTo>
                <a:lnTo>
                  <a:pt x="0" y="1074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791420" y="8773386"/>
            <a:ext cx="1637309" cy="1029035"/>
          </a:xfrm>
          <a:custGeom>
            <a:avLst/>
            <a:gdLst/>
            <a:ahLst/>
            <a:cxnLst/>
            <a:rect r="r" b="b" t="t" l="l"/>
            <a:pathLst>
              <a:path h="1029035" w="1637309">
                <a:moveTo>
                  <a:pt x="0" y="0"/>
                </a:moveTo>
                <a:lnTo>
                  <a:pt x="1637310" y="0"/>
                </a:lnTo>
                <a:lnTo>
                  <a:pt x="1637310" y="1029036"/>
                </a:lnTo>
                <a:lnTo>
                  <a:pt x="0" y="10290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71890" y="3340144"/>
            <a:ext cx="5926068" cy="1047155"/>
            <a:chOff x="0" y="0"/>
            <a:chExt cx="1560775" cy="27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80966" y="5143500"/>
            <a:ext cx="5926068" cy="1047155"/>
            <a:chOff x="0" y="0"/>
            <a:chExt cx="1560775" cy="27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0374" y="7190780"/>
            <a:ext cx="8828973" cy="1047155"/>
            <a:chOff x="0" y="0"/>
            <a:chExt cx="2325326" cy="275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5326" cy="275794"/>
            </a:xfrm>
            <a:custGeom>
              <a:avLst/>
              <a:gdLst/>
              <a:ahLst/>
              <a:cxnLst/>
              <a:rect r="r" b="b" t="t" l="l"/>
              <a:pathLst>
                <a:path h="275794" w="2325326">
                  <a:moveTo>
                    <a:pt x="44721" y="0"/>
                  </a:moveTo>
                  <a:lnTo>
                    <a:pt x="2280606" y="0"/>
                  </a:lnTo>
                  <a:cubicBezTo>
                    <a:pt x="2292466" y="0"/>
                    <a:pt x="2303841" y="4712"/>
                    <a:pt x="2312228" y="13098"/>
                  </a:cubicBezTo>
                  <a:cubicBezTo>
                    <a:pt x="2320615" y="21485"/>
                    <a:pt x="2325326" y="32860"/>
                    <a:pt x="2325326" y="44721"/>
                  </a:cubicBezTo>
                  <a:lnTo>
                    <a:pt x="2325326" y="231073"/>
                  </a:lnTo>
                  <a:cubicBezTo>
                    <a:pt x="2325326" y="255772"/>
                    <a:pt x="2305304" y="275794"/>
                    <a:pt x="2280606" y="275794"/>
                  </a:cubicBezTo>
                  <a:lnTo>
                    <a:pt x="44721" y="275794"/>
                  </a:lnTo>
                  <a:cubicBezTo>
                    <a:pt x="20022" y="275794"/>
                    <a:pt x="0" y="255772"/>
                    <a:pt x="0" y="231073"/>
                  </a:cubicBezTo>
                  <a:lnTo>
                    <a:pt x="0" y="44721"/>
                  </a:lnTo>
                  <a:cubicBezTo>
                    <a:pt x="0" y="20022"/>
                    <a:pt x="20022" y="0"/>
                    <a:pt x="447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5326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380746" y="3340144"/>
            <a:ext cx="8971162" cy="89711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8698" t="0" r="-41165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366584" y="3480353"/>
            <a:ext cx="5226786" cy="4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6"/>
              </a:lnSpc>
            </a:pPr>
            <a:r>
              <a:rPr lang="en-US" b="true" sz="2468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Temperature: &gt;37.5°C = Fever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5659" y="5283708"/>
            <a:ext cx="5226786" cy="4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6"/>
              </a:lnSpc>
            </a:pPr>
            <a:r>
              <a:rPr lang="en-US" b="true" sz="2468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Heart Rate: &lt;60 or &gt;100 = Abnormal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5067" y="7330988"/>
            <a:ext cx="8045005" cy="4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6"/>
              </a:lnSpc>
            </a:pPr>
            <a:r>
              <a:rPr lang="en-US" b="true" sz="2468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Blood Pressure: ≥140/90 = High BP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42401"/>
            <a:ext cx="7635144" cy="10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00"/>
              </a:lnSpc>
            </a:pPr>
            <a:r>
              <a:rPr lang="en-US" b="true" sz="5857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Health Analysis Logic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250717" y="8708517"/>
            <a:ext cx="1089821" cy="1098610"/>
          </a:xfrm>
          <a:custGeom>
            <a:avLst/>
            <a:gdLst/>
            <a:ahLst/>
            <a:cxnLst/>
            <a:rect r="r" b="b" t="t" l="l"/>
            <a:pathLst>
              <a:path h="1098610" w="1089821">
                <a:moveTo>
                  <a:pt x="0" y="0"/>
                </a:moveTo>
                <a:lnTo>
                  <a:pt x="1089821" y="0"/>
                </a:lnTo>
                <a:lnTo>
                  <a:pt x="1089821" y="1098610"/>
                </a:lnTo>
                <a:lnTo>
                  <a:pt x="0" y="1098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41275" y="820298"/>
            <a:ext cx="707006" cy="707006"/>
          </a:xfrm>
          <a:custGeom>
            <a:avLst/>
            <a:gdLst/>
            <a:ahLst/>
            <a:cxnLst/>
            <a:rect r="r" b="b" t="t" l="l"/>
            <a:pathLst>
              <a:path h="707006" w="707006">
                <a:moveTo>
                  <a:pt x="0" y="0"/>
                </a:moveTo>
                <a:lnTo>
                  <a:pt x="707006" y="0"/>
                </a:lnTo>
                <a:lnTo>
                  <a:pt x="707006" y="707006"/>
                </a:lnTo>
                <a:lnTo>
                  <a:pt x="0" y="707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48615" y="2020243"/>
            <a:ext cx="1312790" cy="969823"/>
          </a:xfrm>
          <a:custGeom>
            <a:avLst/>
            <a:gdLst/>
            <a:ahLst/>
            <a:cxnLst/>
            <a:rect r="r" b="b" t="t" l="l"/>
            <a:pathLst>
              <a:path h="969823" w="1312790">
                <a:moveTo>
                  <a:pt x="0" y="0"/>
                </a:moveTo>
                <a:lnTo>
                  <a:pt x="1312790" y="0"/>
                </a:lnTo>
                <a:lnTo>
                  <a:pt x="1312790" y="969823"/>
                </a:lnTo>
                <a:lnTo>
                  <a:pt x="0" y="969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3460" y="3008209"/>
            <a:ext cx="4647024" cy="4607133"/>
            <a:chOff x="0" y="0"/>
            <a:chExt cx="719946" cy="713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ysDot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80823" y="3008209"/>
            <a:ext cx="4647024" cy="4607133"/>
            <a:chOff x="0" y="0"/>
            <a:chExt cx="719946" cy="713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28186" y="3008209"/>
            <a:ext cx="4647024" cy="4607133"/>
            <a:chOff x="0" y="0"/>
            <a:chExt cx="719946" cy="713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71191" y="2151593"/>
            <a:ext cx="656632" cy="547194"/>
          </a:xfrm>
          <a:custGeom>
            <a:avLst/>
            <a:gdLst/>
            <a:ahLst/>
            <a:cxnLst/>
            <a:rect r="r" b="b" t="t" l="l"/>
            <a:pathLst>
              <a:path h="547194" w="656632">
                <a:moveTo>
                  <a:pt x="0" y="0"/>
                </a:moveTo>
                <a:lnTo>
                  <a:pt x="656632" y="0"/>
                </a:lnTo>
                <a:lnTo>
                  <a:pt x="656632" y="547194"/>
                </a:lnTo>
                <a:lnTo>
                  <a:pt x="0" y="547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8702" y="8993552"/>
            <a:ext cx="810809" cy="583677"/>
          </a:xfrm>
          <a:custGeom>
            <a:avLst/>
            <a:gdLst/>
            <a:ahLst/>
            <a:cxnLst/>
            <a:rect r="r" b="b" t="t" l="l"/>
            <a:pathLst>
              <a:path h="583677" w="810809">
                <a:moveTo>
                  <a:pt x="0" y="0"/>
                </a:moveTo>
                <a:lnTo>
                  <a:pt x="810808" y="0"/>
                </a:lnTo>
                <a:lnTo>
                  <a:pt x="810808" y="583677"/>
                </a:lnTo>
                <a:lnTo>
                  <a:pt x="0" y="583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12848" y="397480"/>
            <a:ext cx="1246558" cy="1253333"/>
          </a:xfrm>
          <a:custGeom>
            <a:avLst/>
            <a:gdLst/>
            <a:ahLst/>
            <a:cxnLst/>
            <a:rect r="r" b="b" t="t" l="l"/>
            <a:pathLst>
              <a:path h="1253333" w="1246558">
                <a:moveTo>
                  <a:pt x="0" y="0"/>
                </a:moveTo>
                <a:lnTo>
                  <a:pt x="1246557" y="0"/>
                </a:lnTo>
                <a:lnTo>
                  <a:pt x="1246557" y="1253332"/>
                </a:lnTo>
                <a:lnTo>
                  <a:pt x="0" y="1253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67814" y="8920464"/>
            <a:ext cx="3894552" cy="1007715"/>
          </a:xfrm>
          <a:custGeom>
            <a:avLst/>
            <a:gdLst/>
            <a:ahLst/>
            <a:cxnLst/>
            <a:rect r="r" b="b" t="t" l="l"/>
            <a:pathLst>
              <a:path h="1007715" w="3894552">
                <a:moveTo>
                  <a:pt x="0" y="0"/>
                </a:moveTo>
                <a:lnTo>
                  <a:pt x="3894552" y="0"/>
                </a:lnTo>
                <a:lnTo>
                  <a:pt x="3894552" y="1007715"/>
                </a:lnTo>
                <a:lnTo>
                  <a:pt x="0" y="1007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5062" y="1188967"/>
            <a:ext cx="15718547" cy="129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Sample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7141" y="8104292"/>
            <a:ext cx="4859661" cy="78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b="true" sz="227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Menu prompt displaying options for user selection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0412" y="8104292"/>
            <a:ext cx="4007175" cy="78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b="true" sz="227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Patient record listing with ID, name, and vitals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0606" y="8104292"/>
            <a:ext cx="4544604" cy="78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b="true" sz="227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Health status messages showing Normal or Abnormal flags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3460" y="3007049"/>
            <a:ext cx="4647024" cy="4607133"/>
            <a:chOff x="0" y="0"/>
            <a:chExt cx="719946" cy="713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20488" y="3007049"/>
            <a:ext cx="4647024" cy="4607133"/>
            <a:chOff x="0" y="0"/>
            <a:chExt cx="719946" cy="713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210462" y="3007049"/>
            <a:ext cx="4647024" cy="4607133"/>
            <a:chOff x="0" y="0"/>
            <a:chExt cx="719946" cy="713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9946" cy="713765"/>
            </a:xfrm>
            <a:custGeom>
              <a:avLst/>
              <a:gdLst/>
              <a:ahLst/>
              <a:cxnLst/>
              <a:rect r="r" b="b" t="t" l="l"/>
              <a:pathLst>
                <a:path h="713765" w="719946">
                  <a:moveTo>
                    <a:pt x="38318" y="0"/>
                  </a:moveTo>
                  <a:lnTo>
                    <a:pt x="681628" y="0"/>
                  </a:lnTo>
                  <a:cubicBezTo>
                    <a:pt x="702790" y="0"/>
                    <a:pt x="719946" y="17156"/>
                    <a:pt x="719946" y="38318"/>
                  </a:cubicBezTo>
                  <a:lnTo>
                    <a:pt x="719946" y="675448"/>
                  </a:lnTo>
                  <a:cubicBezTo>
                    <a:pt x="719946" y="696610"/>
                    <a:pt x="702790" y="713765"/>
                    <a:pt x="681628" y="713765"/>
                  </a:cubicBezTo>
                  <a:lnTo>
                    <a:pt x="38318" y="713765"/>
                  </a:lnTo>
                  <a:cubicBezTo>
                    <a:pt x="17156" y="713765"/>
                    <a:pt x="0" y="696610"/>
                    <a:pt x="0" y="675448"/>
                  </a:cubicBezTo>
                  <a:lnTo>
                    <a:pt x="0" y="38318"/>
                  </a:lnTo>
                  <a:cubicBezTo>
                    <a:pt x="0" y="17156"/>
                    <a:pt x="17156" y="0"/>
                    <a:pt x="3831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2" r="0" b="-432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70641" y="2078284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59" y="0"/>
                </a:lnTo>
                <a:lnTo>
                  <a:pt x="658059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50974" y="8929270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60"/>
                </a:lnTo>
                <a:lnTo>
                  <a:pt x="0" y="658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59300" y="45112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8"/>
                </a:lnTo>
                <a:lnTo>
                  <a:pt x="0" y="1155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75210" y="8955324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3460" y="1247775"/>
            <a:ext cx="15718547" cy="129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Technologies Used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6716" y="8033282"/>
            <a:ext cx="4240511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 Programming Language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92657" y="8094767"/>
            <a:ext cx="4007175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stdio.h &amp; string.h Libraries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5262" y="8033282"/>
            <a:ext cx="4037424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GCC Compiler &amp; Terminal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71890" y="3340144"/>
            <a:ext cx="5926068" cy="1047155"/>
            <a:chOff x="0" y="0"/>
            <a:chExt cx="1560775" cy="27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80966" y="5143500"/>
            <a:ext cx="5926068" cy="1047155"/>
            <a:chOff x="0" y="0"/>
            <a:chExt cx="1560775" cy="27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0374" y="7190780"/>
            <a:ext cx="8828973" cy="1047155"/>
            <a:chOff x="0" y="0"/>
            <a:chExt cx="2325326" cy="275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5326" cy="275794"/>
            </a:xfrm>
            <a:custGeom>
              <a:avLst/>
              <a:gdLst/>
              <a:ahLst/>
              <a:cxnLst/>
              <a:rect r="r" b="b" t="t" l="l"/>
              <a:pathLst>
                <a:path h="275794" w="2325326">
                  <a:moveTo>
                    <a:pt x="44721" y="0"/>
                  </a:moveTo>
                  <a:lnTo>
                    <a:pt x="2280606" y="0"/>
                  </a:lnTo>
                  <a:cubicBezTo>
                    <a:pt x="2292466" y="0"/>
                    <a:pt x="2303841" y="4712"/>
                    <a:pt x="2312228" y="13098"/>
                  </a:cubicBezTo>
                  <a:cubicBezTo>
                    <a:pt x="2320615" y="21485"/>
                    <a:pt x="2325326" y="32860"/>
                    <a:pt x="2325326" y="44721"/>
                  </a:cubicBezTo>
                  <a:lnTo>
                    <a:pt x="2325326" y="231073"/>
                  </a:lnTo>
                  <a:cubicBezTo>
                    <a:pt x="2325326" y="255772"/>
                    <a:pt x="2305304" y="275794"/>
                    <a:pt x="2280606" y="275794"/>
                  </a:cubicBezTo>
                  <a:lnTo>
                    <a:pt x="44721" y="275794"/>
                  </a:lnTo>
                  <a:cubicBezTo>
                    <a:pt x="20022" y="275794"/>
                    <a:pt x="0" y="255772"/>
                    <a:pt x="0" y="231073"/>
                  </a:cubicBezTo>
                  <a:lnTo>
                    <a:pt x="0" y="44721"/>
                  </a:lnTo>
                  <a:cubicBezTo>
                    <a:pt x="0" y="20022"/>
                    <a:pt x="20022" y="0"/>
                    <a:pt x="447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5326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380746" y="3340144"/>
            <a:ext cx="8971162" cy="89711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8698" t="0" r="-41165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366584" y="3499403"/>
            <a:ext cx="5226786" cy="31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b="true" sz="1840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Easy to use with simple menu interface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5659" y="5302758"/>
            <a:ext cx="5226786" cy="6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b="true" sz="1840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Demonstrates important C programming concepts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5067" y="7350038"/>
            <a:ext cx="8045005" cy="31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</a:pPr>
            <a:r>
              <a:rPr lang="en-US" b="true" sz="1840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Can be extended for real healthcare 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66201"/>
            <a:ext cx="7635144" cy="17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Advantages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251427" y="8717535"/>
            <a:ext cx="1088373" cy="1080789"/>
          </a:xfrm>
          <a:custGeom>
            <a:avLst/>
            <a:gdLst/>
            <a:ahLst/>
            <a:cxnLst/>
            <a:rect r="r" b="b" t="t" l="l"/>
            <a:pathLst>
              <a:path h="1080789" w="1088373">
                <a:moveTo>
                  <a:pt x="0" y="0"/>
                </a:moveTo>
                <a:lnTo>
                  <a:pt x="1088373" y="0"/>
                </a:lnTo>
                <a:lnTo>
                  <a:pt x="1088373" y="1080789"/>
                </a:lnTo>
                <a:lnTo>
                  <a:pt x="0" y="1080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38089" y="816582"/>
            <a:ext cx="714121" cy="715327"/>
          </a:xfrm>
          <a:custGeom>
            <a:avLst/>
            <a:gdLst/>
            <a:ahLst/>
            <a:cxnLst/>
            <a:rect r="r" b="b" t="t" l="l"/>
            <a:pathLst>
              <a:path h="715327" w="714121">
                <a:moveTo>
                  <a:pt x="0" y="0"/>
                </a:moveTo>
                <a:lnTo>
                  <a:pt x="714120" y="0"/>
                </a:lnTo>
                <a:lnTo>
                  <a:pt x="714120" y="715327"/>
                </a:lnTo>
                <a:lnTo>
                  <a:pt x="0" y="715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148260" y="2091525"/>
            <a:ext cx="1035813" cy="1031137"/>
          </a:xfrm>
          <a:custGeom>
            <a:avLst/>
            <a:gdLst/>
            <a:ahLst/>
            <a:cxnLst/>
            <a:rect r="r" b="b" t="t" l="l"/>
            <a:pathLst>
              <a:path h="1031137" w="1035813">
                <a:moveTo>
                  <a:pt x="0" y="0"/>
                </a:moveTo>
                <a:lnTo>
                  <a:pt x="1035813" y="0"/>
                </a:lnTo>
                <a:lnTo>
                  <a:pt x="1035813" y="1031136"/>
                </a:lnTo>
                <a:lnTo>
                  <a:pt x="0" y="103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71890" y="3340144"/>
            <a:ext cx="5926068" cy="1047155"/>
            <a:chOff x="0" y="0"/>
            <a:chExt cx="1560775" cy="27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80966" y="5143500"/>
            <a:ext cx="5926068" cy="1047155"/>
            <a:chOff x="0" y="0"/>
            <a:chExt cx="1560775" cy="27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0775" cy="275794"/>
            </a:xfrm>
            <a:custGeom>
              <a:avLst/>
              <a:gdLst/>
              <a:ahLst/>
              <a:cxnLst/>
              <a:rect r="r" b="b" t="t" l="l"/>
              <a:pathLst>
                <a:path h="275794" w="1560775">
                  <a:moveTo>
                    <a:pt x="66627" y="0"/>
                  </a:moveTo>
                  <a:lnTo>
                    <a:pt x="1494148" y="0"/>
                  </a:lnTo>
                  <a:cubicBezTo>
                    <a:pt x="1530945" y="0"/>
                    <a:pt x="1560775" y="29830"/>
                    <a:pt x="1560775" y="66627"/>
                  </a:cubicBezTo>
                  <a:lnTo>
                    <a:pt x="1560775" y="209166"/>
                  </a:lnTo>
                  <a:cubicBezTo>
                    <a:pt x="1560775" y="245964"/>
                    <a:pt x="1530945" y="275794"/>
                    <a:pt x="1494148" y="275794"/>
                  </a:cubicBezTo>
                  <a:lnTo>
                    <a:pt x="66627" y="275794"/>
                  </a:lnTo>
                  <a:cubicBezTo>
                    <a:pt x="29830" y="275794"/>
                    <a:pt x="0" y="245964"/>
                    <a:pt x="0" y="209166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60775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0374" y="7190780"/>
            <a:ext cx="8828973" cy="1047155"/>
            <a:chOff x="0" y="0"/>
            <a:chExt cx="2325326" cy="275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5326" cy="275794"/>
            </a:xfrm>
            <a:custGeom>
              <a:avLst/>
              <a:gdLst/>
              <a:ahLst/>
              <a:cxnLst/>
              <a:rect r="r" b="b" t="t" l="l"/>
              <a:pathLst>
                <a:path h="275794" w="2325326">
                  <a:moveTo>
                    <a:pt x="44721" y="0"/>
                  </a:moveTo>
                  <a:lnTo>
                    <a:pt x="2280606" y="0"/>
                  </a:lnTo>
                  <a:cubicBezTo>
                    <a:pt x="2292466" y="0"/>
                    <a:pt x="2303841" y="4712"/>
                    <a:pt x="2312228" y="13098"/>
                  </a:cubicBezTo>
                  <a:cubicBezTo>
                    <a:pt x="2320615" y="21485"/>
                    <a:pt x="2325326" y="32860"/>
                    <a:pt x="2325326" y="44721"/>
                  </a:cubicBezTo>
                  <a:lnTo>
                    <a:pt x="2325326" y="231073"/>
                  </a:lnTo>
                  <a:cubicBezTo>
                    <a:pt x="2325326" y="255772"/>
                    <a:pt x="2305304" y="275794"/>
                    <a:pt x="2280606" y="275794"/>
                  </a:cubicBezTo>
                  <a:lnTo>
                    <a:pt x="44721" y="275794"/>
                  </a:lnTo>
                  <a:cubicBezTo>
                    <a:pt x="20022" y="275794"/>
                    <a:pt x="0" y="255772"/>
                    <a:pt x="0" y="231073"/>
                  </a:cubicBezTo>
                  <a:lnTo>
                    <a:pt x="0" y="44721"/>
                  </a:lnTo>
                  <a:cubicBezTo>
                    <a:pt x="0" y="20022"/>
                    <a:pt x="20022" y="0"/>
                    <a:pt x="447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5326" cy="32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380746" y="3340144"/>
            <a:ext cx="8971162" cy="89711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8698" t="0" r="-41165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366584" y="3489878"/>
            <a:ext cx="5226786" cy="3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</a:pPr>
            <a:r>
              <a:rPr lang="en-US" b="true" sz="1903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No permanent data storage (no file handling)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5659" y="5293233"/>
            <a:ext cx="5226786" cy="3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</a:pPr>
            <a:r>
              <a:rPr lang="en-US" b="true" sz="1903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Limited patient capacity in memory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5067" y="7340513"/>
            <a:ext cx="8045005" cy="3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</a:pPr>
            <a:r>
              <a:rPr lang="en-US" b="true" sz="1903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Basic health analysis only (no advanced metrics)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66201"/>
            <a:ext cx="7635144" cy="17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Limitations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173140" y="8582946"/>
            <a:ext cx="1181163" cy="1159017"/>
          </a:xfrm>
          <a:custGeom>
            <a:avLst/>
            <a:gdLst/>
            <a:ahLst/>
            <a:cxnLst/>
            <a:rect r="r" b="b" t="t" l="l"/>
            <a:pathLst>
              <a:path h="1159017" w="1181163">
                <a:moveTo>
                  <a:pt x="0" y="0"/>
                </a:moveTo>
                <a:lnTo>
                  <a:pt x="1181163" y="0"/>
                </a:lnTo>
                <a:lnTo>
                  <a:pt x="1181163" y="1159016"/>
                </a:lnTo>
                <a:lnTo>
                  <a:pt x="0" y="1159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41462" y="820314"/>
            <a:ext cx="706861" cy="706861"/>
          </a:xfrm>
          <a:custGeom>
            <a:avLst/>
            <a:gdLst/>
            <a:ahLst/>
            <a:cxnLst/>
            <a:rect r="r" b="b" t="t" l="l"/>
            <a:pathLst>
              <a:path h="706861" w="706861">
                <a:moveTo>
                  <a:pt x="0" y="0"/>
                </a:moveTo>
                <a:lnTo>
                  <a:pt x="706861" y="0"/>
                </a:lnTo>
                <a:lnTo>
                  <a:pt x="706861" y="706861"/>
                </a:lnTo>
                <a:lnTo>
                  <a:pt x="0" y="706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195615" y="2071028"/>
            <a:ext cx="1130013" cy="1031137"/>
          </a:xfrm>
          <a:custGeom>
            <a:avLst/>
            <a:gdLst/>
            <a:ahLst/>
            <a:cxnLst/>
            <a:rect r="r" b="b" t="t" l="l"/>
            <a:pathLst>
              <a:path h="1031137" w="1130013">
                <a:moveTo>
                  <a:pt x="0" y="0"/>
                </a:moveTo>
                <a:lnTo>
                  <a:pt x="1130013" y="0"/>
                </a:lnTo>
                <a:lnTo>
                  <a:pt x="1130013" y="1031136"/>
                </a:lnTo>
                <a:lnTo>
                  <a:pt x="0" y="103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39933"/>
            <a:ext cx="3834908" cy="4607133"/>
            <a:chOff x="0" y="0"/>
            <a:chExt cx="594128" cy="713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162550" y="2839933"/>
            <a:ext cx="3834908" cy="4607133"/>
            <a:chOff x="0" y="0"/>
            <a:chExt cx="594128" cy="713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2733" y="2839933"/>
            <a:ext cx="3834908" cy="4607133"/>
            <a:chOff x="0" y="0"/>
            <a:chExt cx="594128" cy="713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424392" y="2736343"/>
            <a:ext cx="3834908" cy="4607133"/>
            <a:chOff x="0" y="0"/>
            <a:chExt cx="594128" cy="713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4128" cy="713765"/>
            </a:xfrm>
            <a:custGeom>
              <a:avLst/>
              <a:gdLst/>
              <a:ahLst/>
              <a:cxnLst/>
              <a:rect r="r" b="b" t="t" l="l"/>
              <a:pathLst>
                <a:path h="713765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667333"/>
                  </a:lnTo>
                  <a:cubicBezTo>
                    <a:pt x="594128" y="679648"/>
                    <a:pt x="589236" y="691458"/>
                    <a:pt x="580528" y="700166"/>
                  </a:cubicBezTo>
                  <a:cubicBezTo>
                    <a:pt x="571820" y="708873"/>
                    <a:pt x="560010" y="713765"/>
                    <a:pt x="547695" y="713765"/>
                  </a:cubicBezTo>
                  <a:lnTo>
                    <a:pt x="46432" y="713765"/>
                  </a:lnTo>
                  <a:cubicBezTo>
                    <a:pt x="34118" y="713765"/>
                    <a:pt x="22308" y="708873"/>
                    <a:pt x="13600" y="700166"/>
                  </a:cubicBezTo>
                  <a:cubicBezTo>
                    <a:pt x="4892" y="691458"/>
                    <a:pt x="0" y="679648"/>
                    <a:pt x="0" y="667333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461" r="0" b="-1461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70641" y="2078284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59" y="0"/>
                </a:lnTo>
                <a:lnTo>
                  <a:pt x="658059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50974" y="8929270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60"/>
                </a:lnTo>
                <a:lnTo>
                  <a:pt x="0" y="658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24392" y="63240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7"/>
                </a:lnTo>
                <a:lnTo>
                  <a:pt x="0" y="11551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5210" y="8955324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62550" y="904875"/>
            <a:ext cx="7962900" cy="101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00"/>
              </a:lnSpc>
            </a:pPr>
            <a:r>
              <a:rPr lang="en-US" b="true" sz="5857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Future Enhancements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694717"/>
            <a:ext cx="383490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File Handling for Permanent Storage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2550" y="7694717"/>
            <a:ext cx="383490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GUI-Based Interface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2733" y="7694717"/>
            <a:ext cx="383490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Additional Health Metrics (BMI, O₂)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24392" y="7694717"/>
            <a:ext cx="383490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Security &amp; Cloud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432736"/>
            <a:ext cx="3005997" cy="1057403"/>
            <a:chOff x="0" y="0"/>
            <a:chExt cx="791703" cy="278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703" cy="278493"/>
            </a:xfrm>
            <a:custGeom>
              <a:avLst/>
              <a:gdLst/>
              <a:ahLst/>
              <a:cxnLst/>
              <a:rect r="r" b="b" t="t" l="l"/>
              <a:pathLst>
                <a:path h="278493" w="791703">
                  <a:moveTo>
                    <a:pt x="131350" y="0"/>
                  </a:moveTo>
                  <a:lnTo>
                    <a:pt x="660353" y="0"/>
                  </a:lnTo>
                  <a:cubicBezTo>
                    <a:pt x="732896" y="0"/>
                    <a:pt x="791703" y="58807"/>
                    <a:pt x="791703" y="131350"/>
                  </a:cubicBezTo>
                  <a:lnTo>
                    <a:pt x="791703" y="147143"/>
                  </a:lnTo>
                  <a:cubicBezTo>
                    <a:pt x="791703" y="181979"/>
                    <a:pt x="777864" y="215388"/>
                    <a:pt x="753231" y="240021"/>
                  </a:cubicBezTo>
                  <a:cubicBezTo>
                    <a:pt x="728598" y="264654"/>
                    <a:pt x="695189" y="278493"/>
                    <a:pt x="660353" y="278493"/>
                  </a:cubicBezTo>
                  <a:lnTo>
                    <a:pt x="131350" y="278493"/>
                  </a:lnTo>
                  <a:cubicBezTo>
                    <a:pt x="96514" y="278493"/>
                    <a:pt x="63104" y="264654"/>
                    <a:pt x="38472" y="240021"/>
                  </a:cubicBezTo>
                  <a:cubicBezTo>
                    <a:pt x="13839" y="215388"/>
                    <a:pt x="0" y="181979"/>
                    <a:pt x="0" y="147143"/>
                  </a:cubicBezTo>
                  <a:lnTo>
                    <a:pt x="0" y="131350"/>
                  </a:lnTo>
                  <a:cubicBezTo>
                    <a:pt x="0" y="58807"/>
                    <a:pt x="58807" y="0"/>
                    <a:pt x="131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91703" cy="32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130790"/>
            <a:ext cx="3005997" cy="1057403"/>
            <a:chOff x="0" y="0"/>
            <a:chExt cx="791703" cy="278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1703" cy="278493"/>
            </a:xfrm>
            <a:custGeom>
              <a:avLst/>
              <a:gdLst/>
              <a:ahLst/>
              <a:cxnLst/>
              <a:rect r="r" b="b" t="t" l="l"/>
              <a:pathLst>
                <a:path h="278493" w="791703">
                  <a:moveTo>
                    <a:pt x="131350" y="0"/>
                  </a:moveTo>
                  <a:lnTo>
                    <a:pt x="660353" y="0"/>
                  </a:lnTo>
                  <a:cubicBezTo>
                    <a:pt x="732896" y="0"/>
                    <a:pt x="791703" y="58807"/>
                    <a:pt x="791703" y="131350"/>
                  </a:cubicBezTo>
                  <a:lnTo>
                    <a:pt x="791703" y="147143"/>
                  </a:lnTo>
                  <a:cubicBezTo>
                    <a:pt x="791703" y="181979"/>
                    <a:pt x="777864" y="215388"/>
                    <a:pt x="753231" y="240021"/>
                  </a:cubicBezTo>
                  <a:cubicBezTo>
                    <a:pt x="728598" y="264654"/>
                    <a:pt x="695189" y="278493"/>
                    <a:pt x="660353" y="278493"/>
                  </a:cubicBezTo>
                  <a:lnTo>
                    <a:pt x="131350" y="278493"/>
                  </a:lnTo>
                  <a:cubicBezTo>
                    <a:pt x="96514" y="278493"/>
                    <a:pt x="63104" y="264654"/>
                    <a:pt x="38472" y="240021"/>
                  </a:cubicBezTo>
                  <a:cubicBezTo>
                    <a:pt x="13839" y="215388"/>
                    <a:pt x="0" y="181979"/>
                    <a:pt x="0" y="147143"/>
                  </a:cubicBezTo>
                  <a:lnTo>
                    <a:pt x="0" y="131350"/>
                  </a:lnTo>
                  <a:cubicBezTo>
                    <a:pt x="0" y="58807"/>
                    <a:pt x="58807" y="0"/>
                    <a:pt x="131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68C0">
                    <a:alpha val="100000"/>
                  </a:srgbClr>
                </a:gs>
                <a:gs pos="100000">
                  <a:srgbClr val="26AA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91703" cy="32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00932" y="0"/>
            <a:ext cx="5587068" cy="10287000"/>
            <a:chOff x="0" y="0"/>
            <a:chExt cx="865583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5583" cy="1593725"/>
            </a:xfrm>
            <a:custGeom>
              <a:avLst/>
              <a:gdLst/>
              <a:ahLst/>
              <a:cxnLst/>
              <a:rect r="r" b="b" t="t" l="l"/>
              <a:pathLst>
                <a:path h="1593725" w="865583">
                  <a:moveTo>
                    <a:pt x="0" y="0"/>
                  </a:moveTo>
                  <a:lnTo>
                    <a:pt x="865583" y="0"/>
                  </a:lnTo>
                  <a:lnTo>
                    <a:pt x="8655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74" t="0" r="-24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3412" y="2952883"/>
            <a:ext cx="3834908" cy="6305417"/>
            <a:chOff x="0" y="0"/>
            <a:chExt cx="594128" cy="976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128" cy="976874"/>
            </a:xfrm>
            <a:custGeom>
              <a:avLst/>
              <a:gdLst/>
              <a:ahLst/>
              <a:cxnLst/>
              <a:rect r="r" b="b" t="t" l="l"/>
              <a:pathLst>
                <a:path h="976874" w="594128">
                  <a:moveTo>
                    <a:pt x="46432" y="0"/>
                  </a:moveTo>
                  <a:lnTo>
                    <a:pt x="547695" y="0"/>
                  </a:lnTo>
                  <a:cubicBezTo>
                    <a:pt x="573339" y="0"/>
                    <a:pt x="594128" y="20789"/>
                    <a:pt x="594128" y="46432"/>
                  </a:cubicBezTo>
                  <a:lnTo>
                    <a:pt x="594128" y="930442"/>
                  </a:lnTo>
                  <a:cubicBezTo>
                    <a:pt x="594128" y="942756"/>
                    <a:pt x="589236" y="954567"/>
                    <a:pt x="580528" y="963274"/>
                  </a:cubicBezTo>
                  <a:cubicBezTo>
                    <a:pt x="571820" y="971982"/>
                    <a:pt x="560010" y="976874"/>
                    <a:pt x="547695" y="976874"/>
                  </a:cubicBezTo>
                  <a:lnTo>
                    <a:pt x="46432" y="976874"/>
                  </a:lnTo>
                  <a:cubicBezTo>
                    <a:pt x="34118" y="976874"/>
                    <a:pt x="22308" y="971982"/>
                    <a:pt x="13600" y="963274"/>
                  </a:cubicBezTo>
                  <a:cubicBezTo>
                    <a:pt x="4892" y="954567"/>
                    <a:pt x="0" y="942756"/>
                    <a:pt x="0" y="930442"/>
                  </a:cubicBezTo>
                  <a:lnTo>
                    <a:pt x="0" y="46432"/>
                  </a:lnTo>
                  <a:cubicBezTo>
                    <a:pt x="0" y="34118"/>
                    <a:pt x="4892" y="22308"/>
                    <a:pt x="13600" y="13600"/>
                  </a:cubicBezTo>
                  <a:cubicBezTo>
                    <a:pt x="22308" y="4892"/>
                    <a:pt x="34118" y="0"/>
                    <a:pt x="464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350" r="0" b="-3350"/>
              </a:stretch>
            </a:blipFill>
            <a:ln w="142875" cap="rnd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28675"/>
            <a:ext cx="7878499" cy="17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C68C0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698491"/>
            <a:ext cx="6707385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Provides foundational understanding of healthcare programming concepts in 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397743"/>
            <a:ext cx="6707385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Useful starting point for advanced real-time health monitoring systems.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5158" y="4505808"/>
            <a:ext cx="231219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900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Summary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5158" y="7203862"/>
            <a:ext cx="231219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900">
                <a:solidFill>
                  <a:srgbClr val="F8FAFA"/>
                </a:solidFill>
                <a:latin typeface="Raleway Bold"/>
                <a:ea typeface="Raleway Bold"/>
                <a:cs typeface="Raleway Bold"/>
                <a:sym typeface="Raleway Bold"/>
              </a:rPr>
              <a:t>Potential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41434" y="7608255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60" y="0"/>
                </a:lnTo>
                <a:lnTo>
                  <a:pt x="658060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75833" y="632401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7"/>
                </a:lnTo>
                <a:lnTo>
                  <a:pt x="0" y="11551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84090" y="2830099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49180" y="1475295"/>
            <a:ext cx="10558209" cy="1055820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142875" cap="sq">
              <a:gradFill>
                <a:gsLst>
                  <a:gs pos="0">
                    <a:srgbClr val="1C68C0">
                      <a:alpha val="100000"/>
                    </a:srgbClr>
                  </a:gs>
                  <a:gs pos="100000">
                    <a:srgbClr val="26AA9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01244" y="1025880"/>
            <a:ext cx="556533" cy="561171"/>
          </a:xfrm>
          <a:custGeom>
            <a:avLst/>
            <a:gdLst/>
            <a:ahLst/>
            <a:cxnLst/>
            <a:rect r="r" b="b" t="t" l="l"/>
            <a:pathLst>
              <a:path h="561171" w="556533">
                <a:moveTo>
                  <a:pt x="0" y="0"/>
                </a:moveTo>
                <a:lnTo>
                  <a:pt x="556533" y="0"/>
                </a:lnTo>
                <a:lnTo>
                  <a:pt x="556533" y="561171"/>
                </a:lnTo>
                <a:lnTo>
                  <a:pt x="0" y="561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57533" y="1072004"/>
            <a:ext cx="3301767" cy="2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50"/>
              </a:lnSpc>
              <a:spcBef>
                <a:spcPct val="0"/>
              </a:spcBef>
            </a:pPr>
            <a:r>
              <a:rPr lang="en-US" b="true" sz="1464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Healthcare Monitoring System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328322" y="523000"/>
            <a:ext cx="1155158" cy="1155158"/>
          </a:xfrm>
          <a:custGeom>
            <a:avLst/>
            <a:gdLst/>
            <a:ahLst/>
            <a:cxnLst/>
            <a:rect r="r" b="b" t="t" l="l"/>
            <a:pathLst>
              <a:path h="1155158" w="1155158">
                <a:moveTo>
                  <a:pt x="0" y="0"/>
                </a:moveTo>
                <a:lnTo>
                  <a:pt x="1155158" y="0"/>
                </a:lnTo>
                <a:lnTo>
                  <a:pt x="1155158" y="1155158"/>
                </a:lnTo>
                <a:lnTo>
                  <a:pt x="0" y="1155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80000" y="9258300"/>
            <a:ext cx="658059" cy="658059"/>
          </a:xfrm>
          <a:custGeom>
            <a:avLst/>
            <a:gdLst/>
            <a:ahLst/>
            <a:cxnLst/>
            <a:rect r="r" b="b" t="t" l="l"/>
            <a:pathLst>
              <a:path h="658059" w="658059">
                <a:moveTo>
                  <a:pt x="0" y="0"/>
                </a:moveTo>
                <a:lnTo>
                  <a:pt x="658059" y="0"/>
                </a:lnTo>
                <a:lnTo>
                  <a:pt x="658059" y="658059"/>
                </a:lnTo>
                <a:lnTo>
                  <a:pt x="0" y="65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27610" y="9107724"/>
            <a:ext cx="1312790" cy="1031137"/>
          </a:xfrm>
          <a:custGeom>
            <a:avLst/>
            <a:gdLst/>
            <a:ahLst/>
            <a:cxnLst/>
            <a:rect r="r" b="b" t="t" l="l"/>
            <a:pathLst>
              <a:path h="1031137" w="1312790">
                <a:moveTo>
                  <a:pt x="0" y="0"/>
                </a:moveTo>
                <a:lnTo>
                  <a:pt x="1312790" y="0"/>
                </a:lnTo>
                <a:lnTo>
                  <a:pt x="1312790" y="1031137"/>
                </a:lnTo>
                <a:lnTo>
                  <a:pt x="0" y="1031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98546" y="5019675"/>
            <a:ext cx="10663476" cy="114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b="true" sz="6699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Thankyou for being here!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DAHIVgoi49k</dc:identifier>
  <dcterms:modified xsi:type="dcterms:W3CDTF">2011-08-01T06:04:30Z</dcterms:modified>
  <cp:revision>1</cp:revision>
  <dc:title>Healthcare Monitoring System in C</dc:title>
</cp:coreProperties>
</file>